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3A5F"/>
                </a:solidFill>
              </a:defRPr>
            </a:pPr>
            <a:r>
              <a:t>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D5A80"/>
                </a:solidFill>
              </a:defRPr>
            </a:pPr>
            <a:r>
              <a:t>AI-Generated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January 19,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📌 Overview of machine learning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📊 Analyzed 8 knowledge base sources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🎯 Key insights and recommendations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✅ Evidence-based findings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Insights from 50f3d2ef-240d-43d7-b533-7453e4f86deb_tes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This is a test file for auto-indexing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D5A80"/>
                </a:solidFill>
              </a:defRPr>
            </a:pPr>
            <a:r>
              <a:t>Source: 50f3d2ef-240d-43d7-b533-7453e4f86deb_test_auto_index.txt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Insights from b86f26bd-4433-4084-b535-f8d2007efaab_git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benchmark are described below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Fig 6-10 represent the distribution of pages per query in all the data splits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it stands as the largest open-sourced chart VQA dataset with non- synthetic char...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The dataset was constructed from 290,000 Computer Science and Machine Learn- ing...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D5A80"/>
                </a:solidFill>
              </a:defRPr>
            </a:pPr>
            <a:r>
              <a:t>Source: b86f26bd-4433-4084-b535-f8d2007efaab_gita.pdf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✓ 📊 Analyzed 8 knowledge base sources</a:t>
            </a:r>
          </a:p>
          <a:p>
            <a:pPr algn="ctr"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✓ 📄 Generated 4 content slides</a:t>
            </a:r>
          </a:p>
          <a:p>
            <a:pPr algn="ctr"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✓ ✅ Review original documents for full details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