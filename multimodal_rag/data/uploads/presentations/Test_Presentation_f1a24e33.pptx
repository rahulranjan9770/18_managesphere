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Test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D5A80"/>
                </a:solidFill>
              </a:defRPr>
            </a:pPr>
            <a:r>
              <a:t>Evidence-Based AI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January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📌 Key information about test presentation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Test content 1768697216800.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pressed as triple (q, D,ˆa), where a question q is posed to a set of documents D, with ground- truth answer ˆa.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 re-purpose five existing document-QA datasets to form our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pressed as triple (q, D,ˆa), where a question q is posed to a set of documents D, with ground- truth answer ˆa.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 re-purpose five existing document-QA datasets to form our benchmark.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Our corpus comprises test/eval sets sourced from sev- eral established datasets.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 incorporated the Pa- perTab and FeTaTab splits from the UDA Bench- mark(Hui et al.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, 2024), which in turn sourced these datasets from QASPER(Dasigi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D5A80"/>
                </a:solidFill>
              </a:defRPr>
            </a:pPr>
            <a:r>
              <a:t>Source: b86f26bd-4433-4084-b535-f8d2007efaab_gita.pdf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✅ Key insights drawn from 8 knowledge base chunks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📚 Primary sources: 7aa6bbca-529d-455c-8a03-21066acd2e32_real_test.txt, beda659a-8acd-4a34-98da-89a4399002c3_test_auto.txt, b86f26bd-4433-4084-b535-f8d2007efaab_gita.pdf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📊 3 detailed content slides created</a:t>
            </a:r>
          </a:p>
          <a:p>
            <a:pPr algn="ctr"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💡 For in-depth details, consult original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