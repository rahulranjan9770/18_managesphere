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6C5CE7"/>
                </a:solidFill>
              </a:defRPr>
            </a:pPr>
            <a:r>
              <a:t>project status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A29BFE"/>
                </a:solidFill>
              </a:defRPr>
            </a:pPr>
            <a:r>
              <a:t>Evidence-Based AI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94360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2D3A4B"/>
                </a:solidFill>
              </a:defRPr>
            </a:pPr>
            <a:r>
              <a:t>January 29,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project status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554480"/>
            <a:ext cx="108200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2D3A4B"/>
                </a:solidFill>
              </a:defRPr>
            </a:pPr>
            <a:r>
              <a:t>• 📌 Key information about project status</a:t>
            </a:r>
          </a:p>
          <a:p>
            <a:pPr>
              <a:spcAft>
                <a:spcPts val="1200"/>
              </a:spcAft>
              <a:defRPr sz="2200">
                <a:solidFill>
                  <a:srgbClr val="2D3A4B"/>
                </a:solidFill>
              </a:defRPr>
            </a:pPr>
            <a:r>
              <a:t>• embedded) • Mechanical + embedded design uniqueness • “Never-existing” functionality or interaction patterns 7.</a:t>
            </a:r>
          </a:p>
          <a:p>
            <a:pPr>
              <a:spcAft>
                <a:spcPts val="1200"/>
              </a:spcAft>
              <a:defRPr sz="2200">
                <a:solidFill>
                  <a:srgbClr val="2D3A4B"/>
                </a:solidFill>
              </a:defRPr>
            </a:pPr>
            <a:r>
              <a:t>• Prototype Completeness &amp; Integration How seamlessly components work together: • Sensors + microcontroller + output feedback • Embedded AI / Tiny ML processing • Real-time communication channels • Reliability and stability during full demo runs 8.</a:t>
            </a:r>
          </a:p>
          <a:p>
            <a:pPr>
              <a:spcAft>
                <a:spcPts val="1200"/>
              </a:spcAft>
              <a:defRPr sz="2200">
                <a:solidFill>
                  <a:srgbClr val="2D3A4B"/>
                </a:solidFill>
              </a:defRPr>
            </a:pPr>
            <a:r>
              <a:t>• Test content 1768697216800.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Key Points from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554480"/>
            <a:ext cx="108200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2D3A4B"/>
                </a:solidFill>
              </a:defRPr>
            </a:pPr>
            <a:r>
              <a:t>• the starting date of 28 March 1995.</a:t>
            </a:r>
          </a:p>
          <a:p>
            <a:pPr>
              <a:spcAft>
                <a:spcPts val="1200"/>
              </a:spcAft>
              <a:defRPr sz="2200">
                <a:solidFill>
                  <a:srgbClr val="2D3A4B"/>
                </a:solidFill>
              </a:defRPr>
            </a:pPr>
            <a:r>
              <a:t>• The corresponding name in the \"Name\" column is \"B.</a:t>
            </a:r>
          </a:p>
          <a:p>
            <a:pPr>
              <a:spcAft>
                <a:spcPts val="1200"/>
              </a:spcAft>
              <a:defRPr sz="2200">
                <a:solidFill>
                  <a:srgbClr val="2D3A4B"/>
                </a:solidFill>
              </a:defRPr>
            </a:pPr>
            <a:r>
              <a:t>• The same row indicates that the party afﬁliation is \"Indian National Congress\ N.</a:t>
            </a:r>
          </a:p>
          <a:p>
            <a:pPr>
              <a:spcAft>
                <a:spcPts val="1200"/>
              </a:spcAft>
              <a:defRPr sz="2200">
                <a:solidFill>
                  <a:srgbClr val="2D3A4B"/>
                </a:solidFill>
              </a:defRPr>
            </a:pPr>
            <a:r>
              <a:t>• Chandrababu Naidu began his term as Chief Minister in 1995 and belonged to the Telugu Desam Party.</a:t>
            </a:r>
          </a:p>
          <a:p>
            <a:pPr>
              <a:spcAft>
                <a:spcPts val="1200"/>
              </a:spcAft>
              <a:defRPr sz="2200">
                <a:solidFill>
                  <a:srgbClr val="2D3A4B"/>
                </a:solidFill>
              </a:defRPr>
            </a:pPr>
            <a:r>
              <a:t>• Rama Rao | [3] | MLA from Hindupur | 12 December 1994 - 1 September 1995 | Telugu Desam Party | 263 |\n| 13 | 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A29BFE"/>
                </a:solidFill>
              </a:defRPr>
            </a:pPr>
            <a:r>
              <a:t>Source: b86f26bd-4433-4084-b535-f8d2007efaab_gita.pdf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Additional 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554480"/>
            <a:ext cx="108200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2D3A4B"/>
                </a:solidFill>
              </a:defRPr>
            </a:pPr>
            <a:r>
              <a:t>• embedded) • Mechanical + embedded design uniqueness • “Never-existing” functionality or interaction patterns 7.</a:t>
            </a:r>
          </a:p>
          <a:p>
            <a:pPr>
              <a:spcAft>
                <a:spcPts val="1200"/>
              </a:spcAft>
              <a:defRPr sz="2200">
                <a:solidFill>
                  <a:srgbClr val="2D3A4B"/>
                </a:solidFill>
              </a:defRPr>
            </a:pPr>
            <a:r>
              <a:t>• 1 PS ID - GITACVPS002 CHAKRAVYUH 1.</a:t>
            </a:r>
          </a:p>
          <a:p>
            <a:pPr>
              <a:spcAft>
                <a:spcPts val="1200"/>
              </a:spcAft>
              <a:defRPr sz="2200">
                <a:solidFill>
                  <a:srgbClr val="2D3A4B"/>
                </a:solidFill>
              </a:defRPr>
            </a:pPr>
            <a:r>
              <a:t>• Two Separate Challenge Tracks Participants can choose either ONE OR BOTH the tracks.</a:t>
            </a:r>
          </a:p>
          <a:p>
            <a:pPr>
              <a:spcAft>
                <a:spcPts val="1200"/>
              </a:spcAft>
              <a:defRPr sz="2200">
                <a:solidFill>
                  <a:srgbClr val="2D3A4B"/>
                </a:solidFill>
              </a:defRPr>
            </a:pPr>
            <a:r>
              <a:t>• Participants must develop a real-time environment sensing hardware system that solves a deep- rooted challenge.</a:t>
            </a:r>
          </a:p>
          <a:p>
            <a:pPr>
              <a:spcAft>
                <a:spcPts val="1200"/>
              </a:spcAft>
              <a:defRPr sz="2200">
                <a:solidFill>
                  <a:srgbClr val="2D3A4B"/>
                </a:solidFill>
              </a:defRPr>
            </a:pPr>
            <a:r>
              <a:t>• Your device must be capable of interpreting complex environmental patterns, not just detecting simple objects.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A29BFE"/>
                </a:solidFill>
              </a:defRPr>
            </a:pPr>
            <a:r>
              <a:t>Source: b59c616c-167c-441e-9e8e-66425b97c449_PS2_UNSEEN_Challenge.pdf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Key Takeaways &amp;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944849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600"/>
              </a:spcAft>
              <a:defRPr sz="2400">
                <a:solidFill>
                  <a:srgbClr val="FFFFFF"/>
                </a:solidFill>
              </a:defRPr>
            </a:pPr>
            <a:r>
              <a:t>✓ ✅ Key insights drawn from 8 knowledge base chunks</a:t>
            </a:r>
          </a:p>
          <a:p>
            <a:pPr algn="ctr">
              <a:spcAft>
                <a:spcPts val="1600"/>
              </a:spcAft>
              <a:defRPr sz="2400">
                <a:solidFill>
                  <a:srgbClr val="FFFFFF"/>
                </a:solidFill>
              </a:defRPr>
            </a:pPr>
            <a:r>
              <a:t>✓ 📚 Primary sources: b86f26bd-4433-4084-b535-f8d2007efaab_gita.pdf, b59c616c-167c-441e-9e8e-66425b97c449_PS2_UNSEEN_Challenge.pdf, beda659a-8acd-4a34-98da-89a4399002c3_test_auto.txt</a:t>
            </a:r>
          </a:p>
          <a:p>
            <a:pPr algn="ctr">
              <a:spcAft>
                <a:spcPts val="1600"/>
              </a:spcAft>
              <a:defRPr sz="2400">
                <a:solidFill>
                  <a:srgbClr val="FFFFFF"/>
                </a:solidFill>
              </a:defRPr>
            </a:pPr>
            <a:r>
              <a:t>✓ 📊 4 detailed content slides created</a:t>
            </a:r>
          </a:p>
          <a:p>
            <a:pPr algn="ctr">
              <a:spcAft>
                <a:spcPts val="1600"/>
              </a:spcAft>
              <a:defRPr sz="2400">
                <a:solidFill>
                  <a:srgbClr val="FFFFFF"/>
                </a:solidFill>
              </a:defRPr>
            </a:pPr>
            <a:r>
              <a:t>✓ 💡 For in-depth details, consult original documents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