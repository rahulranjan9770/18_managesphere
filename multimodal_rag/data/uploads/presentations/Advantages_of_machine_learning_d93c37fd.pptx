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3A5F"/>
                </a:solidFill>
              </a:defRPr>
            </a:pPr>
            <a:r>
              <a:t>Advantages of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D5A80"/>
                </a:solidFill>
              </a:defRPr>
            </a:pPr>
            <a:r>
              <a:t>Generated from 2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January 19,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Advantages of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D5A80"/>
                </a:solidFill>
              </a:defRPr>
            </a:pPr>
            <a:r>
              <a:t>Source: [Source 3: b86f26bd-4433-4084-b535-f8d2007efaab_gita.pdf]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Multimodal Retrieval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Advantages of Machine Learning in Visual Question Answering (VQA)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D5A80"/>
                </a:solidFill>
              </a:defRPr>
            </a:pPr>
            <a:r>
              <a:t>Source: [Source 1: b86f26bd-4433-4084-b535-f8d2007efaab_gita.pdf]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Based on analysis of 15 document chunks</a:t>
            </a:r>
          </a:p>
          <a:p>
            <a:pPr algn="ctr"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Key sources: b86f26bd-4433-4084-b535-f8d2007efaab_gita.pdf</a:t>
            </a:r>
          </a:p>
          <a:p>
            <a:pPr algn="ctr"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For questions, refer to the original documents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