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A5F"/>
                </a:solidFill>
              </a:defRPr>
            </a:pPr>
            <a:r>
              <a:t>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D5A80"/>
                </a:solidFill>
              </a:defRPr>
            </a:pPr>
            <a:r>
              <a:t>Evidence-Based AI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January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📌 Key information about artificial intelligence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नमस्ते दुनिया। यह एक टेस्ट फाइल है। मशीन लर्निंग एक बहुत ही दिलचस्प विषय है। artificial intelligence का उपयोग हर जगह हो रहा है।.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1 PS ID - GITACVPS002 CHAKRAVYUH 1.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0 GITA Autonomous College, Gohiria, Bhubaneshwar, 752054 Problem Statement ID – GITACVPS002 Track A – UNSEEN Challenge (For Visually Impaired Users) Track B – UNSPOKEN Challenge (For Non-Verbal Users) Tech for Humanity: Building Intelligent Assistive Systems for the Unspoken, Unseen Theme “Tech for Humanity: Building Intelligent Assistive Systems for the Unspoken, Unseen” Advancing technology holds the power to uplift millions whose needs remain unheard and unseen.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Additional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1 PS ID - GITACVPS002 CHAKRAVYUH 1.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Two Separate Challenge Tracks Participants can choose either ONE OR BOTH the tracks.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Participants must develop a real-time environment sensing hardware system that solves a deep- rooted challenge.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Your device must be capable of interpreting complex environmental patterns, not just detecting simple objects.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Your solution MUST address the following (minimum requirement):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D5A80"/>
                </a:solidFill>
              </a:defRPr>
            </a:pPr>
            <a:r>
              <a:t>Source: b59c616c-167c-441e-9e8e-66425b97c449_PS2_UNSEEN_Challenge.pdf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Supporting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information re- trieval evaluations.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We use the Python rank_bm25 implementation for our experiments.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, 2020) is a lightweight, transformer-based model designed for efficient knowledge distillation.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MiniLM is used in retrieval tasks due to its ability to balance computa- tional efficiency and accuracy.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We use the sentence-transformers/all-MiniLM-L6-v2 implementation in our experiments.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D5A80"/>
                </a:solidFill>
              </a:defRPr>
            </a:pPr>
            <a:r>
              <a:t>Source: b86f26bd-4433-4084-b535-f8d2007efaab_gita.pdf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✅ Key insights drawn from 8 knowledge base chunks</a:t>
            </a:r>
          </a:p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📚 Primary sources: hindi_test.txt, b59c616c-167c-441e-9e8e-66425b97c449_PS2_UNSEEN_Challenge.pdf, b86f26bd-4433-4084-b535-f8d2007efaab_gita.pdf</a:t>
            </a:r>
          </a:p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📊 4 detailed content slides created</a:t>
            </a:r>
          </a:p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💡 For in-depth details, consult original documents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